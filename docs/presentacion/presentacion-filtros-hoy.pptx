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es el diseño del ecualizador: el audio pasa por filtros analógicos y el ESP32 muestra sus niveles y espectro. La imagen corresponde al modelo CAD.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audio oscila alrededor de VREF porque usamos una alimentación de 3,3 V. U1A evita cargar directamente el divisor. La caída en R1 deja la referencia en 1,641 V en la simulación. U1E es la unidad de alimentación de U1, no otro operacional. PWR_FLAG es una marca para ERC; no se compra.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baja frecuencia los condensadores cargan poco la señal; a alta frecuencia aumenta su efecto y cae la salida de graves. El filtro no es solo dos RC independientes: C11 realimenta desde la salida. Medios encadena pasa altas y pasa bajas; agudos usa pasa altas.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salida de U1D entra directamente a U2A por MED_HP. El primer filtro atenúa los graves y el segundo atenúa los agudos. Entre ambos queda la banda de medios. Son dos secciones de segundo orden conectadas en cascada.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condensadores están en serie con la señal. A baja frecuencia atenúan la entrada; por encima del corte aumenta la salida de agudos. U2B trabaja como seguidor dentro del filtro.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Distinguir frecuencia natural y corte a menos tres decibelios: con Q cercano a 0,73 no coinciden exactamente. Todos los cortes nominales simulados cumplen el margen del diez por ciento.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Cargar filtros-1000Hz.vlx. El generador inyecta directamente en PRE; esta prueba aísla los filtros. Añadir PRE y la salida al osciloscopio. En el banco, no conectar la pinza de masa a VREF. Cambiar a 100 Hz y a 8 kHz para comparar las bandas.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File / Import project en Velxio y cargar uno de los tres archivos. Las lecturas RMS incluyen la ventana transitoria del simulador. En 1 kHz, medios registra 63,23 mV frente a 6,11 mV de graves y 4,51 mV de agudos. No atribuir al modelo ideal las limitaciones del MCP6004.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sondas están en PRE y en la salida de medios. Es una captura del motor SPICE de Velxio, no una fotografía del osciloscopio del laboratorio. Comparar amplitud y desplazamiento temporal.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enlace y el QR abren Velxio; no abren automáticamente un proyecto publicado. Los archivos están en simulacion/velxio y adjuntos al PDF. Tener el caso de 1 kHz descargado antes de la exposición. El visor PDF puede bloquear enlaces a archivos locales; en ese caso abrir index.html desde la carpeta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Relationship Id="rId4" Type="http://schemas.openxmlformats.org/officeDocument/2006/relationships/hyperlink" Target="https://velxio.dev/editor?esp32sim=qemu" TargetMode="External"/><Relationship Id="rId5" Type="http://schemas.openxmlformats.org/officeDocument/2006/relationships/hyperlink" Target="../../simulacion/velxio/index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4"/>
          </p:cNvPr>
          <p:cNvSpPr/>
          <p:nvPr/>
        </p:nvSpPr>
        <p:spPr>
          <a:xfrm>
            <a:off x="646864" y="1719728"/>
            <a:ext cx="1468482" cy="26779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646864" y="2475668"/>
            <a:ext cx="6057797" cy="3221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r:id="rId5"/>
          </p:cNvPr>
          <p:cNvSpPr/>
          <p:nvPr/>
        </p:nvSpPr>
        <p:spPr>
          <a:xfrm>
            <a:off x="646864" y="5307599"/>
            <a:ext cx="1988119" cy="26779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